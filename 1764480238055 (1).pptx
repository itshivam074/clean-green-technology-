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4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0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6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23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92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9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5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2487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69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2385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31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42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73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8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Clean &amp; Green Technology</a:t>
            </a:r>
            <a:r>
              <a:rPr lang="en-IN" dirty="0"/>
              <a:t>`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6585127" cy="1911659"/>
          </a:xfrm>
        </p:spPr>
        <p:txBody>
          <a:bodyPr>
            <a:normAutofit/>
          </a:bodyPr>
          <a:lstStyle/>
          <a:p>
            <a:r>
              <a:rPr dirty="0"/>
              <a:t>Sustainable Innovation for a Better Future</a:t>
            </a:r>
            <a:endParaRPr lang="en-IN" dirty="0"/>
          </a:p>
          <a:p>
            <a:r>
              <a:rPr lang="en-IN" dirty="0"/>
              <a:t>Team Name - #POWERSTAR</a:t>
            </a:r>
          </a:p>
          <a:p>
            <a:r>
              <a:rPr lang="en-IN" dirty="0"/>
              <a:t>SHIVAM KUMAR - 24scse1011403</a:t>
            </a:r>
          </a:p>
          <a:p>
            <a:r>
              <a:rPr lang="en-IN" dirty="0"/>
              <a:t>Sujit </a:t>
            </a:r>
            <a:r>
              <a:rPr lang="en-IN" dirty="0" err="1"/>
              <a:t>kumar</a:t>
            </a:r>
            <a:r>
              <a:rPr lang="en-IN" dirty="0"/>
              <a:t> </a:t>
            </a:r>
            <a:r>
              <a:rPr lang="en-IN" dirty="0" err="1"/>
              <a:t>singh</a:t>
            </a:r>
            <a:r>
              <a:rPr lang="en-IN" dirty="0"/>
              <a:t> , Rishant Raj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2097B-8D7E-3DA9-6882-80CB41083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964"/>
            <a:ext cx="2179598" cy="28170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&amp; Green Technology focuses on developing eco‑friendly solutions that:</a:t>
            </a:r>
          </a:p>
          <a:p>
            <a:r>
              <a:t>- Reduce pollution</a:t>
            </a:r>
          </a:p>
          <a:p>
            <a:r>
              <a:t>- Conserve energy and natural resources</a:t>
            </a:r>
          </a:p>
          <a:p>
            <a:r>
              <a:t>- Promote sustainability and environmental 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 degradation is rapidly increasing due to:</a:t>
            </a:r>
          </a:p>
          <a:p>
            <a:r>
              <a:t>- Excessive pollution</a:t>
            </a:r>
          </a:p>
          <a:p>
            <a:r>
              <a:t>- Inefficient energy usage</a:t>
            </a:r>
          </a:p>
          <a:p>
            <a:r>
              <a:t>- Lack of monitoring systems</a:t>
            </a:r>
          </a:p>
          <a:p>
            <a:endParaRPr/>
          </a:p>
          <a:p>
            <a:r>
              <a:t>Solution: Develop a Clean &amp; Green Technology system using Java + JDBC.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Implement core Java &amp; OOP concepts</a:t>
            </a:r>
          </a:p>
          <a:p>
            <a:r>
              <a:t>- Design a clean database schema (MySQL)</a:t>
            </a:r>
          </a:p>
          <a:p>
            <a:r>
              <a:t>- Use JDBC for connectivity</a:t>
            </a:r>
          </a:p>
          <a:p>
            <a:r>
              <a:t>- Develop modules for eco‑friendly resource monitoring</a:t>
            </a:r>
          </a:p>
          <a:p>
            <a:r>
              <a:t>- Ensure modular, reusable, and scalable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Interface Module (Java Swing / CLI)</a:t>
            </a:r>
          </a:p>
          <a:p>
            <a:r>
              <a:t>2. Business Logic Layer (Java OOP classes)</a:t>
            </a:r>
          </a:p>
          <a:p>
            <a:r>
              <a:t>3. Database Layer (MySQL)</a:t>
            </a:r>
          </a:p>
          <a:p>
            <a:r>
              <a:t>4. JDBC Connectivity Layer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Table: resources</a:t>
            </a:r>
          </a:p>
          <a:p>
            <a:r>
              <a:t> - id (INT, PK)</a:t>
            </a:r>
          </a:p>
          <a:p>
            <a:r>
              <a:t> - resource_name (VARCHAR)</a:t>
            </a:r>
          </a:p>
          <a:p>
            <a:r>
              <a:t> - consumption_value (FLOAT)</a:t>
            </a:r>
          </a:p>
          <a:p>
            <a:r>
              <a:t> - timestamp (DATETIME)</a:t>
            </a:r>
          </a:p>
          <a:p>
            <a:endParaRPr/>
          </a:p>
          <a:p>
            <a:r>
              <a:t>Purpose: Store environmental monitoring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src/</a:t>
            </a:r>
          </a:p>
          <a:p>
            <a:r>
              <a:t>  ├── Main.java</a:t>
            </a:r>
          </a:p>
          <a:p>
            <a:r>
              <a:t>  ├── model/</a:t>
            </a:r>
          </a:p>
          <a:p>
            <a:r>
              <a:t>  │      └── Resource.java</a:t>
            </a:r>
          </a:p>
          <a:p>
            <a:r>
              <a:t>  ├── dao/</a:t>
            </a:r>
          </a:p>
          <a:p>
            <a:r>
              <a:t>  │      └── ResourceDAO.java</a:t>
            </a:r>
          </a:p>
          <a:p>
            <a:r>
              <a:t>  ├── util/</a:t>
            </a:r>
          </a:p>
          <a:p>
            <a:r>
              <a:t>  │      └── DBConnection.java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&amp; Green Technology project uses Java + JDBC</a:t>
            </a:r>
          </a:p>
          <a:p>
            <a:r>
              <a:t>to build a scalable and efficient environmental monitoring system.</a:t>
            </a:r>
          </a:p>
          <a:p>
            <a:endParaRPr/>
          </a:p>
          <a:p>
            <a:r>
              <a:t>This promotes sustainability and resource conservation.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276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Clean &amp; Green Technology`</vt:lpstr>
      <vt:lpstr>Introduction</vt:lpstr>
      <vt:lpstr>Problem Statement</vt:lpstr>
      <vt:lpstr>Project Objectives</vt:lpstr>
      <vt:lpstr>System Architecture</vt:lpstr>
      <vt:lpstr>Database Schema</vt:lpstr>
      <vt:lpstr>Java Project Structure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SUNNY KUMAR</cp:lastModifiedBy>
  <cp:revision>2</cp:revision>
  <dcterms:created xsi:type="dcterms:W3CDTF">2013-01-27T09:14:16Z</dcterms:created>
  <dcterms:modified xsi:type="dcterms:W3CDTF">2025-11-30T05:17:11Z</dcterms:modified>
  <cp:category/>
</cp:coreProperties>
</file>